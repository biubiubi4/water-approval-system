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9" r:id="rId5"/>
    <p:sldId id="260" r:id="rId6"/>
    <p:sldId id="262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8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64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65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66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/>
          <p:nvPr>
            <p:ph type="subTitle" idx="1"/>
          </p:nvPr>
        </p:nvSpPr>
        <p:spPr>
          <a:xfrm>
            <a:off x="1638935" y="1163955"/>
            <a:ext cx="8997950" cy="610235"/>
          </a:xfrm>
        </p:spPr>
        <p:txBody>
          <a:bodyPr>
            <a:normAutofit fontScale="90000"/>
          </a:bodyPr>
          <a:p>
            <a:r>
              <a:rPr lang="en-US" altLang="zh-CN" sz="2800" b="1" i="1">
                <a:solidFill>
                  <a:srgbClr val="FF0000"/>
                </a:solidFill>
              </a:rPr>
              <a:t>The difference between East and West dragons</a:t>
            </a:r>
            <a:endParaRPr lang="en-US" altLang="zh-CN" sz="2800" b="1" i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 altLang="zh-CN" i="1">
                <a:solidFill>
                  <a:schemeClr val="accent1"/>
                </a:solidFill>
              </a:rPr>
              <a:t>WING</a:t>
            </a:r>
            <a:endParaRPr lang="en-US" altLang="zh-CN" i="1">
              <a:solidFill>
                <a:schemeClr val="accent1"/>
              </a:solidFill>
            </a:endParaRPr>
          </a:p>
        </p:txBody>
      </p:sp>
      <p:pic>
        <p:nvPicPr>
          <p:cNvPr id="5" name="内容占位符 4" descr="西方龙2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85595" y="1484630"/>
            <a:ext cx="2671445" cy="4748530"/>
          </a:xfrm>
          <a:prstGeom prst="rect">
            <a:avLst/>
          </a:prstGeom>
        </p:spPr>
      </p:pic>
      <p:sp>
        <p:nvSpPr>
          <p:cNvPr id="10" name="内容占位符 9"/>
          <p:cNvSpPr>
            <a:spLocks noGrp="1"/>
          </p:cNvSpPr>
          <p:nvPr>
            <p:ph sz="half" idx="2"/>
          </p:nvPr>
        </p:nvSpPr>
        <p:spPr>
          <a:xfrm>
            <a:off x="4594860" y="1484630"/>
            <a:ext cx="3248660" cy="4747895"/>
          </a:xfrm>
        </p:spPr>
        <p:txBody>
          <a:bodyPr/>
          <a:p>
            <a:pPr marL="0" indent="0" algn="just">
              <a:buNone/>
            </a:pPr>
            <a:r>
              <a:rPr lang="en-US" altLang="zh-CN" b="1"/>
              <a:t>Obviously, Chinese and West daragons have great differences in appearance, especially wings.</a:t>
            </a:r>
            <a:endParaRPr lang="en-US" altLang="zh-CN" b="1"/>
          </a:p>
        </p:txBody>
      </p:sp>
      <p:pic>
        <p:nvPicPr>
          <p:cNvPr id="7" name="内容占位符 4" descr="C:/Users/LENOVO/Desktop/杂记/图片/中国龙1.jpg中国龙1"/>
          <p:cNvPicPr>
            <a:picLocks noChangeAspect="1"/>
          </p:cNvPicPr>
          <p:nvPr/>
        </p:nvPicPr>
        <p:blipFill>
          <a:blip r:embed="rId3"/>
          <a:srcRect l="12764" t="2337" r="20268" b="2686"/>
          <a:stretch>
            <a:fillRect/>
          </a:stretch>
        </p:blipFill>
        <p:spPr>
          <a:xfrm>
            <a:off x="8072120" y="1484630"/>
            <a:ext cx="2929890" cy="4795520"/>
          </a:xfrm>
          <a:prstGeom prst="rect">
            <a:avLst/>
          </a:prstGeom>
          <a:solidFill>
            <a:schemeClr val="tx2"/>
          </a:solidFill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 i="1">
                <a:solidFill>
                  <a:schemeClr val="accent1">
                    <a:lumMod val="20000"/>
                    <a:lumOff val="80000"/>
                  </a:schemeClr>
                </a:solidFill>
              </a:rPr>
              <a:t>ABILITY</a:t>
            </a:r>
            <a:endParaRPr lang="en-US" altLang="zh-CN" i="1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730250" y="1429385"/>
            <a:ext cx="5342255" cy="1219835"/>
          </a:xfrm>
        </p:spPr>
        <p:txBody>
          <a:bodyPr/>
          <a:p>
            <a:pPr algn="ctr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Western dragons can breathe fire, gas, water and have many special abilities.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内容占位符 8" descr="C:/Users/LENOVO/Desktop/杂记/图片/西方龙3.jpg西方龙3"/>
          <p:cNvPicPr>
            <a:picLocks noChangeAspect="1"/>
          </p:cNvPicPr>
          <p:nvPr>
            <p:ph sz="half" idx="2"/>
          </p:nvPr>
        </p:nvPicPr>
        <p:blipFill>
          <a:blip r:embed="rId2"/>
          <a:srcRect l="14844" r="14844"/>
          <a:stretch>
            <a:fillRect/>
          </a:stretch>
        </p:blipFill>
        <p:spPr>
          <a:xfrm>
            <a:off x="1138555" y="2778760"/>
            <a:ext cx="3173730" cy="3575685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3"/>
          </p:nvPr>
        </p:nvSpPr>
        <p:spPr>
          <a:xfrm>
            <a:off x="6235700" y="1421765"/>
            <a:ext cx="5494020" cy="1228090"/>
          </a:xfrm>
        </p:spPr>
        <p:txBody>
          <a:bodyPr>
            <a:normAutofit lnSpcReduction="10000"/>
          </a:bodyPr>
          <a:p>
            <a:pPr algn="ctr"/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The Chinese dragons has the power of the divine dragon, which can control the wind and rain,change the weather.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内容占位符 9" descr="中国龙2"/>
          <p:cNvPicPr>
            <a:picLocks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828280" y="2778760"/>
            <a:ext cx="3473450" cy="36353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09035" y="339160"/>
            <a:ext cx="10969200" cy="705600"/>
          </a:xfrm>
        </p:spPr>
        <p:txBody>
          <a:bodyPr/>
          <a:p>
            <a:pPr algn="ctr"/>
            <a:r>
              <a:rPr lang="en-US" altLang="zh-CN" i="1">
                <a:solidFill>
                  <a:schemeClr val="accent6"/>
                </a:solidFill>
              </a:rPr>
              <a:t>Implied Meaning</a:t>
            </a:r>
            <a:endParaRPr lang="en-US" altLang="zh-CN" i="1">
              <a:solidFill>
                <a:schemeClr val="accent6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28295" y="1245870"/>
            <a:ext cx="5677535" cy="1243965"/>
          </a:xfrm>
        </p:spPr>
        <p:txBody>
          <a:bodyPr>
            <a:normAutofit fontScale="90000"/>
          </a:bodyPr>
          <a:p>
            <a:pPr algn="just"/>
            <a:r>
              <a:rPr lang="zh-CN" altLang="en-US"/>
              <a:t>In the West, dragons generally symbolize evil, cruelty and some bad pronoun, and often act as villains in movies, with a darker image</a:t>
            </a:r>
            <a:r>
              <a:rPr lang="en-US" altLang="zh-CN"/>
              <a:t>.</a:t>
            </a:r>
            <a:endParaRPr lang="en-US" altLang="zh-CN"/>
          </a:p>
        </p:txBody>
      </p:sp>
      <p:pic>
        <p:nvPicPr>
          <p:cNvPr id="9" name="内容占位符 8" descr="C:/Users/LENOVO/Desktop/杂记/图片/西方龙1.jpg西方龙1"/>
          <p:cNvPicPr>
            <a:picLocks noChangeAspect="1"/>
          </p:cNvPicPr>
          <p:nvPr>
            <p:ph sz="half" idx="2"/>
          </p:nvPr>
        </p:nvPicPr>
        <p:blipFill>
          <a:blip r:embed="rId2"/>
          <a:srcRect t="14844" b="14844"/>
          <a:stretch>
            <a:fillRect/>
          </a:stretch>
        </p:blipFill>
        <p:spPr>
          <a:xfrm>
            <a:off x="953770" y="2722880"/>
            <a:ext cx="4064000" cy="321945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3"/>
          </p:nvPr>
        </p:nvSpPr>
        <p:spPr>
          <a:xfrm>
            <a:off x="6235700" y="1245870"/>
            <a:ext cx="5615940" cy="1332230"/>
          </a:xfrm>
        </p:spPr>
        <p:txBody>
          <a:bodyPr>
            <a:normAutofit fontScale="80000"/>
          </a:bodyPr>
          <a:p>
            <a:pPr algn="just"/>
            <a:r>
              <a:rPr lang="zh-CN" altLang="en-US">
                <a:solidFill>
                  <a:schemeClr val="bg1"/>
                </a:solidFill>
              </a:rPr>
              <a:t>In the East, the dragon always represents auspiciousness, is a symbol of good fortune, but also extremely dignified, in the heart of the Chinese people has a very high status.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0" name="内容占位符 9" descr="中国龙3"/>
          <p:cNvPicPr>
            <a:picLocks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251065" y="2722880"/>
            <a:ext cx="2447925" cy="32194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1107440" y="1087120"/>
            <a:ext cx="9799320" cy="1205865"/>
          </a:xfrm>
        </p:spPr>
        <p:txBody>
          <a:bodyPr>
            <a:normAutofit/>
          </a:bodyPr>
          <a:p>
            <a:pPr algn="ctr"/>
            <a:r>
              <a:rPr lang="en-US" altLang="zh-CN"/>
              <a:t>THANK YOU!</a:t>
            </a:r>
            <a:endParaRPr lang="en-US" altLang="zh-CN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7206615" y="4459605"/>
            <a:ext cx="5107305" cy="476885"/>
          </a:xfrm>
        </p:spPr>
        <p:txBody>
          <a:bodyPr>
            <a:normAutofit fontScale="90000"/>
          </a:bodyPr>
          <a:p>
            <a:r>
              <a:rPr lang="en-US" altLang="zh-CN"/>
              <a:t>By----</a:t>
            </a:r>
            <a:r>
              <a:rPr lang="zh-CN" altLang="en-US"/>
              <a:t>软工</a:t>
            </a:r>
            <a:r>
              <a:rPr lang="en-US" altLang="zh-CN"/>
              <a:t>23-2 </a:t>
            </a:r>
            <a:r>
              <a:rPr lang="zh-CN" altLang="en-US"/>
              <a:t>吴昊天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YzcwNTRiMzEyZDhlNTA1Y2VhZDdlNTg2N2IyZDMwNG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</Words>
  <Application>WPS 演示</Application>
  <PresentationFormat>宽屏</PresentationFormat>
  <Paragraphs>22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WING</vt:lpstr>
      <vt:lpstr>ABILITY</vt:lpstr>
      <vt:lpstr>Implied Meaning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WPS_1692970433</cp:lastModifiedBy>
  <cp:revision>156</cp:revision>
  <dcterms:created xsi:type="dcterms:W3CDTF">2019-06-19T02:08:00Z</dcterms:created>
  <dcterms:modified xsi:type="dcterms:W3CDTF">2024-03-02T06:17:49Z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4F36198D7F174CBBBEA99E3D74081FB3_11</vt:lpwstr>
  </property>
</Properties>
</file>